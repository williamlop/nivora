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SETTER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Operativo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Capacitacion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 y sitios web  |  Para setters principiantes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3657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interno del equipo comercial  |  Version 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objetivo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926080"/>
          </a:xfrm>
          <a:prstGeom prst="rect">
            <a:avLst/>
          </a:prstGeom>
          <a:solidFill>
            <a:srgbClr val="223355"/>
          </a:solidFill>
          <a:ln w="12700">
            <a:solidFill>
              <a:srgbClr val="3344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oportunidades,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maneja objeciones basicas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agenda la reunion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2926080"/>
          </a:xfrm>
          <a:prstGeom prst="rect">
            <a:avLst/>
          </a:prstGeom>
          <a:solidFill>
            <a:srgbClr val="223355"/>
          </a:solidFill>
          <a:ln w="1270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26974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setter y closer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contexto real sobre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prospecto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2926080"/>
          </a:xfrm>
          <a:prstGeom prst="rect">
            <a:avLst/>
          </a:prstGeom>
          <a:solidFill>
            <a:srgbClr val="223355"/>
          </a:solidFill>
          <a:ln w="12700">
            <a:solidFill>
              <a:srgbClr val="3344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6974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la reunion preparada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cierra el proyecto con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informacion util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1500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DEL SETTER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hace — y que no hace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Abre la conversacion con leads frios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566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328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Detecta dolor y valida el 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35808"/>
            <a:ext cx="3566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912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Presenta la reunion como siguiente paso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94176"/>
            <a:ext cx="3566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96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Entrega brief con contexto al closer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Cerrar la venta o negociar precio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377440"/>
            <a:ext cx="3566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5328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Cotizar proyectos sin validacion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035808"/>
            <a:ext cx="3566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912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Improvisar soluciones tecnicas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3694176"/>
            <a:ext cx="3566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8496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Dejar la llamada sin proximo paso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VENDEMOS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productos. Solo dos.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vendemos paginas bonitas. Vendemos claridad, confianza y una mejor forma de convertir interes en contactos.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3840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pagina enfocada en una sola accion: captacion de contactos, WhatsApp o agendar.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cuando: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Necesitan captar consultas rapido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 solo servicio para empujar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Solo tienen redes sociales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92024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920240"/>
            <a:ext cx="3840480" cy="7315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WEB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 secciones o paginas para presentar mejor el negocio, la marca y los servicios.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cuando: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40156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Varios servicios o lineas de negocio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Necesitan mas credibilidad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Sitio viejo o desordenado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CLAVE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vs. Sitio web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WEB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accion principal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Presentar todo el negocio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685800"/>
          </a:xfrm>
          <a:prstGeom prst="rect">
            <a:avLst/>
          </a:prstGeom>
          <a:solidFill>
            <a:srgbClr val="223355"/>
          </a:solidFill>
          <a:ln w="12700">
            <a:solidFill>
              <a:srgbClr val="22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834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 y enfocada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 y estructurada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566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3566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consultiva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223355"/>
          </a:solidFill>
          <a:ln w="12700">
            <a:solidFill>
              <a:srgbClr val="223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97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297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4297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29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esta claro: agenda la reunion y deja que el closer defina el alcance correcto.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LLAMADA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abrir una llamada fria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441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 NOMBRE  +  CONTEXTO CORTO  +  PERMISO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13716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"Hola, hablo con [nombre]? Te llamo rapido porque vi una oportunidad puntual en como estan presentando el negocio online y queria hacerte una pregunta corta. Te va bien 30 segundos?"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64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marcar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en 2 min: tienen web? Landing? Solo redes? Una observacion concreta vale mas que cualquier guion.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29184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364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logra la apertura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vender. Solo conseguir que la persona no te corte en los primeros 10 segundos.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LLAMADA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diagnosticar en 60 segundos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63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"Hoy como les suelen llegar la mayoria de consultas?"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3657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77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Sabes si dependen de referidos, redes o nada.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"Tienen una pagina pensada para convertir esas visitas?"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3657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297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Detectas si hay una brecha entre trafico e interes.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37160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463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"Estan conformes con como se ve la empresa cuando alguien los busca?"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657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377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Descubres si hay dolor de credibilidad.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9184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"Hay algun servicio que hoy quieran mover mas que otro?"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7760" y="4251960"/>
            <a:ext cx="3657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4297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Identificas el servicio ancla para la propuesta.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COMERCIAL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 en impacto, no en funciones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PREFIERE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777240"/>
          </a:xfrm>
          <a:prstGeom prst="rect">
            <a:avLst/>
          </a:prstGeom>
          <a:solidFill>
            <a:srgbClr val="2D1B1B"/>
          </a:solidFill>
          <a:ln w="12700">
            <a:solidFill>
              <a:srgbClr val="5B24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Te hacemos una pagina moderna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777240"/>
          </a:xfrm>
          <a:prstGeom prst="rect">
            <a:avLst/>
          </a:prstGeom>
          <a:solidFill>
            <a:srgbClr val="162929"/>
          </a:solidFill>
          <a:ln w="12700">
            <a:solidFill>
              <a:srgbClr val="1D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28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 ayudamos a que la gente entienda rapido que hacen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777240"/>
          </a:xfrm>
          <a:prstGeom prst="rect">
            <a:avLst/>
          </a:prstGeom>
          <a:solidFill>
            <a:srgbClr val="2D1B1B"/>
          </a:solidFill>
          <a:ln w="12700">
            <a:solidFill>
              <a:srgbClr val="5B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34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Trabajamos con tecnologia rapida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777240"/>
          </a:xfrm>
          <a:prstGeom prst="rect">
            <a:avLst/>
          </a:prstGeom>
          <a:solidFill>
            <a:srgbClr val="162929"/>
          </a:solidFill>
          <a:ln w="12700">
            <a:solidFill>
              <a:srgbClr val="1D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834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 presencia va a convertir mejor en consultas reales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931920" cy="777240"/>
          </a:xfrm>
          <a:prstGeom prst="rect">
            <a:avLst/>
          </a:prstGeom>
          <a:solidFill>
            <a:srgbClr val="2D1B1B"/>
          </a:solidFill>
          <a:ln w="12700">
            <a:solidFill>
              <a:srgbClr val="5B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40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Te ponemos botones y formularios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3749040"/>
            <a:ext cx="3931920" cy="777240"/>
          </a:xfrm>
          <a:prstGeom prst="rect">
            <a:avLst/>
          </a:prstGeom>
          <a:solidFill>
            <a:srgbClr val="162929"/>
          </a:solidFill>
          <a:ln w="12700">
            <a:solidFill>
              <a:srgbClr val="1D4D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840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 hoy se ven flojos en internet, eso afecta la confianza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OBJECIONES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pelean. Se encuadran.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 →  Aclara  →  Devuelve al objetivo de la reunion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77640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10972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11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tengo pagina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21854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 llamo por tener pagina, sino por ver si la que tienes esta ayudando a convertir.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77640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10972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88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tengo tiempo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9626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te lo planteo corto. Si no aplica se cierra rapido. Te sirve mas [opcion 1] o [opcion 2]?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977640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29000"/>
            <a:ext cx="10972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Mandame info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" y="37398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gusto. Para no mandarte algo generico, dejemos 15 min y te lo aterrizo a tu caso.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3977640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06240"/>
            <a:ext cx="10972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242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caro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45171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primero revisamos que conviene. A veces una landing resuelve mas rapido que un sitio grande.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874520"/>
            <a:ext cx="3977640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874520"/>
            <a:ext cx="10972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1911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Llamame luego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01768" y="21854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no quedar en el aire, lo dejamos desde ya para [dia/hora]?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651760"/>
            <a:ext cx="3977640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651760"/>
            <a:ext cx="10972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2688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 interesa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01768" y="29626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soltarlo, una pregunta: estan conformes con como captan consultas online hoy?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29000"/>
            <a:ext cx="3977640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429000"/>
            <a:ext cx="10972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tenemos presupuesto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56048" y="37398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reunion es util antes de hablar de numeros. Vemos si hay una opcion que encaje con lo disponible.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A REUNION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reunion es la oferta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13716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te hace sentido, lo mejor es revisarlo 15 a 20 minutos y decirte cual opcion conviene mas segun su caso. Te sirve mas [dia/hora 1] o [dia/hora 2]?"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CON ESTO: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CIERRES CON ESTO: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Dia y hora concretos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Canal confirmado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Nombre de quien asistira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WhatsApp o correo para confirmar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788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'Yo te aviso'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'Te mando info y miras'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794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'Luego te llamo'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297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Cualquier cosa sin fecha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81888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hay compromiso claro, no hubo cierre real.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HANDOFF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el closer necesita saber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35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 + contacto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6093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del negocio, persona y como contactarla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579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actual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32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web / Solo redes / Web vieja / Tiene landing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31920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80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mas probable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55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 o  Sitio web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931920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039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principal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0782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problema concreto tiene su presencia digital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280160"/>
            <a:ext cx="3931920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35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Objecion principal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6093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dijo que podia ser una barrera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103120"/>
            <a:ext cx="3931920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1579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interes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432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/ Medio / Alto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926080"/>
            <a:ext cx="3931920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980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y canal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255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Dia, hora y donde se hace la reunion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4480560"/>
            <a:ext cx="39319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455371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el brief en 3 min despues de colgar. Sin excusas.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medimos y como leerlo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51460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 realizadas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intentos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25880"/>
            <a:ext cx="25146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508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 efectivos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30 segundos de conversacion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25880"/>
            <a:ext cx="251460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08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Reuniones agendadas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fecha, hora y canal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25146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Asistidas / agendadas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15468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154680"/>
            <a:ext cx="25146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por setter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Cierres de sus reuniones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25146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pago cobrado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para la comision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8229600" cy="301752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782312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semaforo de calidad: Verde = briefs completos y show rate sano   |   Amarillo = notas flojas   |   Rojo = poco agendamiento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y cuando ganas tu comision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del primer pago cobrado del proyecto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primer pago de $1,000 → comision de $100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CUANDO: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APLICA 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Tu agendaste la reunion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Handoff registrado y completo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Reunion asistida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Venta cerrada en 30 dias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Cliente ya pago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Upsells o mensualidades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Renovaciones futuras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Ventas fuera de 30 dias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Leads que ya estaban negociandose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checklist antes de la primera llamada real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1143000"/>
          </a:xfrm>
          <a:prstGeom prst="rect">
            <a:avLst/>
          </a:prstGeom>
          <a:solidFill>
            <a:srgbClr val="1A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17320" y="1828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el roleplay de los 6 escenarios con tu lider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31920" cy="1143000"/>
          </a:xfrm>
          <a:prstGeom prst="rect">
            <a:avLst/>
          </a:prstGeom>
          <a:solidFill>
            <a:srgbClr val="1A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417320" y="3200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 la apertura hasta decirla sin leer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645920"/>
            <a:ext cx="3931920" cy="1143000"/>
          </a:xfrm>
          <a:prstGeom prst="rect">
            <a:avLst/>
          </a:prstGeom>
          <a:solidFill>
            <a:srgbClr val="1A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760720" y="1828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tus primeras 5 llamadas con tu lider escuchando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3017520"/>
            <a:ext cx="3931920" cy="1143000"/>
          </a:xfrm>
          <a:prstGeom prst="rect">
            <a:avLst/>
          </a:prstGeom>
          <a:solidFill>
            <a:srgbClr val="1A3050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760720" y="3200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el brief de cada llamada en menos de 3 minutos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trabajo: abrir la conversacion correcta. El closer hace el resto.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Setter - Capacitacion</dc:title>
  <dc:subject>PptxGenJS Presentation</dc:subject>
  <dc:creator>Equipo Comercial</dc:creator>
  <cp:lastModifiedBy>Equipo Comercial</cp:lastModifiedBy>
  <cp:revision>1</cp:revision>
  <dcterms:created xsi:type="dcterms:W3CDTF">2026-03-25T17:17:27Z</dcterms:created>
  <dcterms:modified xsi:type="dcterms:W3CDTF">2026-03-25T17:17:27Z</dcterms:modified>
</cp:coreProperties>
</file>